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26"/>
  </p:notesMasterIdLst>
  <p:handoutMasterIdLst>
    <p:handoutMasterId r:id="rId27"/>
  </p:handoutMasterIdLst>
  <p:sldIdLst>
    <p:sldId id="259" r:id="rId2"/>
    <p:sldId id="281" r:id="rId3"/>
    <p:sldId id="282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941FD9-F949-4610-885C-EFA6C6DCAE05}">
          <p14:sldIdLst>
            <p14:sldId id="259"/>
          </p14:sldIdLst>
        </p14:section>
        <p14:section name="Untitled Section" id="{9C633D81-6180-4CFB-8B3E-18556C0658D1}">
          <p14:sldIdLst>
            <p14:sldId id="281"/>
            <p14:sldId id="282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04" userDrawn="1">
          <p15:clr>
            <a:srgbClr val="A4A3A4"/>
          </p15:clr>
        </p15:guide>
        <p15:guide id="3" orient="horz" pos="4144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  <p15:guide id="5" orient="horz" pos="1136" userDrawn="1">
          <p15:clr>
            <a:srgbClr val="A4A3A4"/>
          </p15:clr>
        </p15:guide>
        <p15:guide id="6" pos="3839" userDrawn="1">
          <p15:clr>
            <a:srgbClr val="A4A3A4"/>
          </p15:clr>
        </p15:guide>
        <p15:guide id="7" pos="191" userDrawn="1">
          <p15:clr>
            <a:srgbClr val="A4A3A4"/>
          </p15:clr>
        </p15:guide>
        <p15:guide id="8" pos="7486" userDrawn="1">
          <p15:clr>
            <a:srgbClr val="A4A3A4"/>
          </p15:clr>
        </p15:guide>
        <p15:guide id="9" pos="576" userDrawn="1">
          <p15:clr>
            <a:srgbClr val="A4A3A4"/>
          </p15:clr>
        </p15:guide>
        <p15:guide id="10" pos="7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E1FEC8-1547-4850-866E-8548A95980E1}" v="276" dt="2025-08-20T11:16:17.479"/>
  </p1510:revLst>
</p1510:revInfo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8" d="100"/>
          <a:sy n="78" d="100"/>
        </p:scale>
        <p:origin x="878" y="62"/>
      </p:cViewPr>
      <p:guideLst>
        <p:guide orient="horz" pos="2160"/>
        <p:guide orient="horz" pos="304"/>
        <p:guide orient="horz" pos="4144"/>
        <p:guide orient="horz" pos="3952"/>
        <p:guide orient="horz" pos="1136"/>
        <p:guide pos="3839"/>
        <p:guide pos="191"/>
        <p:guide pos="7486"/>
        <p:guide pos="576"/>
        <p:guide pos="71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shya v" userId="dd1b45708b6ca02a" providerId="LiveId" clId="{41E1FEC8-1547-4850-866E-8548A95980E1}"/>
    <pc:docChg chg="undo custSel addSld delSld modSld modMainMaster addSection modSection">
      <pc:chgData name="reshya v" userId="dd1b45708b6ca02a" providerId="LiveId" clId="{41E1FEC8-1547-4850-866E-8548A95980E1}" dt="2025-08-23T06:15:43.929" v="1970" actId="1035"/>
      <pc:docMkLst>
        <pc:docMk/>
      </pc:docMkLst>
      <pc:sldChg chg="addSp modSp mod">
        <pc:chgData name="reshya v" userId="dd1b45708b6ca02a" providerId="LiveId" clId="{41E1FEC8-1547-4850-866E-8548A95980E1}" dt="2025-08-20T11:16:50.518" v="1960" actId="14100"/>
        <pc:sldMkLst>
          <pc:docMk/>
          <pc:sldMk cId="1017029501" sldId="259"/>
        </pc:sldMkLst>
        <pc:spChg chg="mod">
          <ac:chgData name="reshya v" userId="dd1b45708b6ca02a" providerId="LiveId" clId="{41E1FEC8-1547-4850-866E-8548A95980E1}" dt="2025-08-20T11:15:54.851" v="1947" actId="20577"/>
          <ac:spMkLst>
            <pc:docMk/>
            <pc:sldMk cId="1017029501" sldId="259"/>
            <ac:spMk id="2" creationId="{00000000-0000-0000-0000-000000000000}"/>
          </ac:spMkLst>
        </pc:spChg>
        <pc:spChg chg="mod">
          <ac:chgData name="reshya v" userId="dd1b45708b6ca02a" providerId="LiveId" clId="{41E1FEC8-1547-4850-866E-8548A95980E1}" dt="2025-08-19T14:45:14.482" v="1929" actId="14100"/>
          <ac:spMkLst>
            <pc:docMk/>
            <pc:sldMk cId="1017029501" sldId="259"/>
            <ac:spMk id="3" creationId="{00000000-0000-0000-0000-000000000000}"/>
          </ac:spMkLst>
        </pc:spChg>
        <pc:picChg chg="add mod">
          <ac:chgData name="reshya v" userId="dd1b45708b6ca02a" providerId="LiveId" clId="{41E1FEC8-1547-4850-866E-8548A95980E1}" dt="2025-08-19T04:49:02.817" v="1806" actId="1076"/>
          <ac:picMkLst>
            <pc:docMk/>
            <pc:sldMk cId="1017029501" sldId="259"/>
            <ac:picMk id="5" creationId="{A686CF3C-C52A-151B-C576-C8FDF7096A01}"/>
          </ac:picMkLst>
        </pc:picChg>
        <pc:picChg chg="add mod">
          <ac:chgData name="reshya v" userId="dd1b45708b6ca02a" providerId="LiveId" clId="{41E1FEC8-1547-4850-866E-8548A95980E1}" dt="2025-08-20T11:16:50.518" v="1960" actId="14100"/>
          <ac:picMkLst>
            <pc:docMk/>
            <pc:sldMk cId="1017029501" sldId="259"/>
            <ac:picMk id="6" creationId="{68C202FA-FA5F-7286-CE6D-E9CCFAC633F0}"/>
          </ac:picMkLst>
        </pc:picChg>
      </pc:sldChg>
      <pc:sldChg chg="modSp mod">
        <pc:chgData name="reshya v" userId="dd1b45708b6ca02a" providerId="LiveId" clId="{41E1FEC8-1547-4850-866E-8548A95980E1}" dt="2025-08-21T08:05:49.638" v="1962" actId="1035"/>
        <pc:sldMkLst>
          <pc:docMk/>
          <pc:sldMk cId="2899827655" sldId="260"/>
        </pc:sldMkLst>
        <pc:spChg chg="mod">
          <ac:chgData name="reshya v" userId="dd1b45708b6ca02a" providerId="LiveId" clId="{41E1FEC8-1547-4850-866E-8548A95980E1}" dt="2025-08-19T03:40:12.016" v="1477" actId="123"/>
          <ac:spMkLst>
            <pc:docMk/>
            <pc:sldMk cId="2899827655" sldId="260"/>
            <ac:spMk id="2" creationId="{D476CB2F-B65D-968E-90FC-101788387564}"/>
          </ac:spMkLst>
        </pc:spChg>
        <pc:picChg chg="mod">
          <ac:chgData name="reshya v" userId="dd1b45708b6ca02a" providerId="LiveId" clId="{41E1FEC8-1547-4850-866E-8548A95980E1}" dt="2025-08-21T08:05:49.638" v="1962" actId="1035"/>
          <ac:picMkLst>
            <pc:docMk/>
            <pc:sldMk cId="2899827655" sldId="260"/>
            <ac:picMk id="5" creationId="{72BCE73E-0956-547B-1BC9-AFB04B240355}"/>
          </ac:picMkLst>
        </pc:picChg>
      </pc:sldChg>
      <pc:sldChg chg="modSp mod">
        <pc:chgData name="reshya v" userId="dd1b45708b6ca02a" providerId="LiveId" clId="{41E1FEC8-1547-4850-866E-8548A95980E1}" dt="2025-08-18T14:20:53.309" v="1373" actId="113"/>
        <pc:sldMkLst>
          <pc:docMk/>
          <pc:sldMk cId="4108206364" sldId="261"/>
        </pc:sldMkLst>
        <pc:spChg chg="mod">
          <ac:chgData name="reshya v" userId="dd1b45708b6ca02a" providerId="LiveId" clId="{41E1FEC8-1547-4850-866E-8548A95980E1}" dt="2025-08-18T14:20:53.309" v="1373" actId="113"/>
          <ac:spMkLst>
            <pc:docMk/>
            <pc:sldMk cId="4108206364" sldId="261"/>
            <ac:spMk id="2" creationId="{CBEEFB44-BB41-75D6-9BF7-3ACEF96FDDB7}"/>
          </ac:spMkLst>
        </pc:spChg>
      </pc:sldChg>
      <pc:sldChg chg="addSp modSp mod">
        <pc:chgData name="reshya v" userId="dd1b45708b6ca02a" providerId="LiveId" clId="{41E1FEC8-1547-4850-866E-8548A95980E1}" dt="2025-08-19T03:41:45.265" v="1478" actId="1076"/>
        <pc:sldMkLst>
          <pc:docMk/>
          <pc:sldMk cId="2214468705" sldId="262"/>
        </pc:sldMkLst>
        <pc:spChg chg="mod">
          <ac:chgData name="reshya v" userId="dd1b45708b6ca02a" providerId="LiveId" clId="{41E1FEC8-1547-4850-866E-8548A95980E1}" dt="2025-08-19T03:41:45.265" v="1478" actId="1076"/>
          <ac:spMkLst>
            <pc:docMk/>
            <pc:sldMk cId="2214468705" sldId="262"/>
            <ac:spMk id="2" creationId="{186030AB-0669-49A3-01F5-2B9D7064FB5F}"/>
          </ac:spMkLst>
        </pc:spChg>
        <pc:spChg chg="add mod">
          <ac:chgData name="reshya v" userId="dd1b45708b6ca02a" providerId="LiveId" clId="{41E1FEC8-1547-4850-866E-8548A95980E1}" dt="2025-08-18T10:03:12.429" v="9" actId="1076"/>
          <ac:spMkLst>
            <pc:docMk/>
            <pc:sldMk cId="2214468705" sldId="262"/>
            <ac:spMk id="6" creationId="{E6CAE7C4-2452-7971-2725-FD1F31DB0D94}"/>
          </ac:spMkLst>
        </pc:spChg>
        <pc:spChg chg="add mod">
          <ac:chgData name="reshya v" userId="dd1b45708b6ca02a" providerId="LiveId" clId="{41E1FEC8-1547-4850-866E-8548A95980E1}" dt="2025-08-18T10:03:12.429" v="9" actId="1076"/>
          <ac:spMkLst>
            <pc:docMk/>
            <pc:sldMk cId="2214468705" sldId="262"/>
            <ac:spMk id="7" creationId="{8B594D3E-8B2F-A10C-90B8-BB8967B777CE}"/>
          </ac:spMkLst>
        </pc:spChg>
      </pc:sldChg>
      <pc:sldChg chg="addSp delSp modSp new mod">
        <pc:chgData name="reshya v" userId="dd1b45708b6ca02a" providerId="LiveId" clId="{41E1FEC8-1547-4850-866E-8548A95980E1}" dt="2025-08-18T14:42:18.276" v="1416"/>
        <pc:sldMkLst>
          <pc:docMk/>
          <pc:sldMk cId="1254102045" sldId="263"/>
        </pc:sldMkLst>
        <pc:spChg chg="mod">
          <ac:chgData name="reshya v" userId="dd1b45708b6ca02a" providerId="LiveId" clId="{41E1FEC8-1547-4850-866E-8548A95980E1}" dt="2025-08-18T14:42:18.276" v="1416"/>
          <ac:spMkLst>
            <pc:docMk/>
            <pc:sldMk cId="1254102045" sldId="263"/>
            <ac:spMk id="2" creationId="{AF53882B-5EE6-4996-2908-12BCF972AD64}"/>
          </ac:spMkLst>
        </pc:spChg>
        <pc:spChg chg="add mod">
          <ac:chgData name="reshya v" userId="dd1b45708b6ca02a" providerId="LiveId" clId="{41E1FEC8-1547-4850-866E-8548A95980E1}" dt="2025-08-18T10:07:27.067" v="82" actId="1076"/>
          <ac:spMkLst>
            <pc:docMk/>
            <pc:sldMk cId="1254102045" sldId="263"/>
            <ac:spMk id="8" creationId="{30C7F17C-3EED-876C-A8E2-50542CCEE793}"/>
          </ac:spMkLst>
        </pc:spChg>
        <pc:picChg chg="add mod modCrop">
          <ac:chgData name="reshya v" userId="dd1b45708b6ca02a" providerId="LiveId" clId="{41E1FEC8-1547-4850-866E-8548A95980E1}" dt="2025-08-18T14:21:53.928" v="1379" actId="1076"/>
          <ac:picMkLst>
            <pc:docMk/>
            <pc:sldMk cId="1254102045" sldId="263"/>
            <ac:picMk id="5" creationId="{EEB0DAC7-51A6-95EB-741E-AC854AB1F589}"/>
          </ac:picMkLst>
        </pc:picChg>
      </pc:sldChg>
      <pc:sldChg chg="addSp delSp modSp new mod">
        <pc:chgData name="reshya v" userId="dd1b45708b6ca02a" providerId="LiveId" clId="{41E1FEC8-1547-4850-866E-8548A95980E1}" dt="2025-08-18T16:57:18.331" v="1462" actId="1035"/>
        <pc:sldMkLst>
          <pc:docMk/>
          <pc:sldMk cId="237359743" sldId="264"/>
        </pc:sldMkLst>
        <pc:spChg chg="mod">
          <ac:chgData name="reshya v" userId="dd1b45708b6ca02a" providerId="LiveId" clId="{41E1FEC8-1547-4850-866E-8548A95980E1}" dt="2025-08-18T14:24:00.338" v="1380" actId="113"/>
          <ac:spMkLst>
            <pc:docMk/>
            <pc:sldMk cId="237359743" sldId="264"/>
            <ac:spMk id="2" creationId="{6FBAF6D6-00A8-0D19-2A8A-1B3AF6646638}"/>
          </ac:spMkLst>
        </pc:spChg>
        <pc:spChg chg="add mod">
          <ac:chgData name="reshya v" userId="dd1b45708b6ca02a" providerId="LiveId" clId="{41E1FEC8-1547-4850-866E-8548A95980E1}" dt="2025-08-18T10:11:03.973" v="154" actId="14100"/>
          <ac:spMkLst>
            <pc:docMk/>
            <pc:sldMk cId="237359743" sldId="264"/>
            <ac:spMk id="8" creationId="{F04D8B67-729E-0EF1-83F9-E5E8C0CC5FEC}"/>
          </ac:spMkLst>
        </pc:spChg>
        <pc:picChg chg="add mod modCrop">
          <ac:chgData name="reshya v" userId="dd1b45708b6ca02a" providerId="LiveId" clId="{41E1FEC8-1547-4850-866E-8548A95980E1}" dt="2025-08-18T16:57:18.331" v="1462" actId="1035"/>
          <ac:picMkLst>
            <pc:docMk/>
            <pc:sldMk cId="237359743" sldId="264"/>
            <ac:picMk id="5" creationId="{D18CD9BA-B59E-D196-6B64-F58E1437E4C3}"/>
          </ac:picMkLst>
        </pc:picChg>
      </pc:sldChg>
      <pc:sldChg chg="addSp delSp modSp new mod">
        <pc:chgData name="reshya v" userId="dd1b45708b6ca02a" providerId="LiveId" clId="{41E1FEC8-1547-4850-866E-8548A95980E1}" dt="2025-08-23T06:15:43.929" v="1970" actId="1035"/>
        <pc:sldMkLst>
          <pc:docMk/>
          <pc:sldMk cId="1131686152" sldId="265"/>
        </pc:sldMkLst>
        <pc:spChg chg="mod">
          <ac:chgData name="reshya v" userId="dd1b45708b6ca02a" providerId="LiveId" clId="{41E1FEC8-1547-4850-866E-8548A95980E1}" dt="2025-08-18T14:24:10.470" v="1381" actId="113"/>
          <ac:spMkLst>
            <pc:docMk/>
            <pc:sldMk cId="1131686152" sldId="265"/>
            <ac:spMk id="2" creationId="{DA4B1A08-E2C3-81EA-61B7-ECA4F90194FE}"/>
          </ac:spMkLst>
        </pc:spChg>
        <pc:spChg chg="add mod">
          <ac:chgData name="reshya v" userId="dd1b45708b6ca02a" providerId="LiveId" clId="{41E1FEC8-1547-4850-866E-8548A95980E1}" dt="2025-08-18T10:21:24.051" v="234" actId="14100"/>
          <ac:spMkLst>
            <pc:docMk/>
            <pc:sldMk cId="1131686152" sldId="265"/>
            <ac:spMk id="8" creationId="{628D62C6-9421-6BFF-DA6A-7D764D227F55}"/>
          </ac:spMkLst>
        </pc:spChg>
        <pc:picChg chg="add mod modCrop">
          <ac:chgData name="reshya v" userId="dd1b45708b6ca02a" providerId="LiveId" clId="{41E1FEC8-1547-4850-866E-8548A95980E1}" dt="2025-08-23T06:15:43.929" v="1970" actId="1035"/>
          <ac:picMkLst>
            <pc:docMk/>
            <pc:sldMk cId="1131686152" sldId="265"/>
            <ac:picMk id="5" creationId="{34875F77-F489-FBA3-9F61-631AF229DE15}"/>
          </ac:picMkLst>
        </pc:picChg>
      </pc:sldChg>
      <pc:sldChg chg="addSp delSp modSp new mod">
        <pc:chgData name="reshya v" userId="dd1b45708b6ca02a" providerId="LiveId" clId="{41E1FEC8-1547-4850-866E-8548A95980E1}" dt="2025-08-18T14:24:19.945" v="1382" actId="113"/>
        <pc:sldMkLst>
          <pc:docMk/>
          <pc:sldMk cId="3629131048" sldId="266"/>
        </pc:sldMkLst>
        <pc:spChg chg="mod">
          <ac:chgData name="reshya v" userId="dd1b45708b6ca02a" providerId="LiveId" clId="{41E1FEC8-1547-4850-866E-8548A95980E1}" dt="2025-08-18T14:24:19.945" v="1382" actId="113"/>
          <ac:spMkLst>
            <pc:docMk/>
            <pc:sldMk cId="3629131048" sldId="266"/>
            <ac:spMk id="2" creationId="{6BC41E3B-2801-60FE-7F84-9F7DE0C7290A}"/>
          </ac:spMkLst>
        </pc:spChg>
        <pc:spChg chg="add mod">
          <ac:chgData name="reshya v" userId="dd1b45708b6ca02a" providerId="LiveId" clId="{41E1FEC8-1547-4850-866E-8548A95980E1}" dt="2025-08-18T10:26:15.968" v="313" actId="1076"/>
          <ac:spMkLst>
            <pc:docMk/>
            <pc:sldMk cId="3629131048" sldId="266"/>
            <ac:spMk id="6" creationId="{A6B4ACC0-5840-3C9C-8568-28396AE6A04B}"/>
          </ac:spMkLst>
        </pc:spChg>
        <pc:picChg chg="add mod modCrop">
          <ac:chgData name="reshya v" userId="dd1b45708b6ca02a" providerId="LiveId" clId="{41E1FEC8-1547-4850-866E-8548A95980E1}" dt="2025-08-18T10:24:26.955" v="299" actId="14100"/>
          <ac:picMkLst>
            <pc:docMk/>
            <pc:sldMk cId="3629131048" sldId="266"/>
            <ac:picMk id="5" creationId="{BB9BB8BF-36C0-6AFE-17C2-B59408AE66A8}"/>
          </ac:picMkLst>
        </pc:picChg>
      </pc:sldChg>
      <pc:sldChg chg="addSp delSp modSp new mod">
        <pc:chgData name="reshya v" userId="dd1b45708b6ca02a" providerId="LiveId" clId="{41E1FEC8-1547-4850-866E-8548A95980E1}" dt="2025-08-18T14:24:30.522" v="1383" actId="113"/>
        <pc:sldMkLst>
          <pc:docMk/>
          <pc:sldMk cId="1080476967" sldId="267"/>
        </pc:sldMkLst>
        <pc:spChg chg="mod">
          <ac:chgData name="reshya v" userId="dd1b45708b6ca02a" providerId="LiveId" clId="{41E1FEC8-1547-4850-866E-8548A95980E1}" dt="2025-08-18T14:24:30.522" v="1383" actId="113"/>
          <ac:spMkLst>
            <pc:docMk/>
            <pc:sldMk cId="1080476967" sldId="267"/>
            <ac:spMk id="2" creationId="{B75677AA-96B3-87D0-3B5F-C8ED18D4BA4D}"/>
          </ac:spMkLst>
        </pc:spChg>
        <pc:spChg chg="add mod">
          <ac:chgData name="reshya v" userId="dd1b45708b6ca02a" providerId="LiveId" clId="{41E1FEC8-1547-4850-866E-8548A95980E1}" dt="2025-08-18T10:31:35.383" v="433" actId="1076"/>
          <ac:spMkLst>
            <pc:docMk/>
            <pc:sldMk cId="1080476967" sldId="267"/>
            <ac:spMk id="6" creationId="{72878311-8355-64D4-E08C-67F84C91EE67}"/>
          </ac:spMkLst>
        </pc:spChg>
        <pc:picChg chg="add mod modCrop">
          <ac:chgData name="reshya v" userId="dd1b45708b6ca02a" providerId="LiveId" clId="{41E1FEC8-1547-4850-866E-8548A95980E1}" dt="2025-08-18T10:29:57.666" v="398" actId="14100"/>
          <ac:picMkLst>
            <pc:docMk/>
            <pc:sldMk cId="1080476967" sldId="267"/>
            <ac:picMk id="5" creationId="{DCD51E1E-DD6F-BFD5-B5D0-3AAB87106480}"/>
          </ac:picMkLst>
        </pc:picChg>
      </pc:sldChg>
      <pc:sldChg chg="addSp delSp modSp new mod">
        <pc:chgData name="reshya v" userId="dd1b45708b6ca02a" providerId="LiveId" clId="{41E1FEC8-1547-4850-866E-8548A95980E1}" dt="2025-08-18T14:24:42.910" v="1384" actId="113"/>
        <pc:sldMkLst>
          <pc:docMk/>
          <pc:sldMk cId="2154211043" sldId="268"/>
        </pc:sldMkLst>
        <pc:spChg chg="mod">
          <ac:chgData name="reshya v" userId="dd1b45708b6ca02a" providerId="LiveId" clId="{41E1FEC8-1547-4850-866E-8548A95980E1}" dt="2025-08-18T14:24:42.910" v="1384" actId="113"/>
          <ac:spMkLst>
            <pc:docMk/>
            <pc:sldMk cId="2154211043" sldId="268"/>
            <ac:spMk id="2" creationId="{5FF235DB-E0EF-BE35-8153-48FA99AD54CA}"/>
          </ac:spMkLst>
        </pc:spChg>
        <pc:spChg chg="add mod">
          <ac:chgData name="reshya v" userId="dd1b45708b6ca02a" providerId="LiveId" clId="{41E1FEC8-1547-4850-866E-8548A95980E1}" dt="2025-08-18T10:36:30.481" v="503" actId="1076"/>
          <ac:spMkLst>
            <pc:docMk/>
            <pc:sldMk cId="2154211043" sldId="268"/>
            <ac:spMk id="8" creationId="{D9CDDF5A-87F2-B8B1-7B41-01F759934A9D}"/>
          </ac:spMkLst>
        </pc:spChg>
        <pc:picChg chg="add mod modCrop">
          <ac:chgData name="reshya v" userId="dd1b45708b6ca02a" providerId="LiveId" clId="{41E1FEC8-1547-4850-866E-8548A95980E1}" dt="2025-08-18T10:34:46.617" v="487" actId="14100"/>
          <ac:picMkLst>
            <pc:docMk/>
            <pc:sldMk cId="2154211043" sldId="268"/>
            <ac:picMk id="5" creationId="{B3D12D7A-870F-2B64-9CD5-58A327A7DFFB}"/>
          </ac:picMkLst>
        </pc:picChg>
      </pc:sldChg>
      <pc:sldChg chg="addSp delSp modSp new mod">
        <pc:chgData name="reshya v" userId="dd1b45708b6ca02a" providerId="LiveId" clId="{41E1FEC8-1547-4850-866E-8548A95980E1}" dt="2025-08-18T14:25:09.059" v="1385" actId="113"/>
        <pc:sldMkLst>
          <pc:docMk/>
          <pc:sldMk cId="3136580591" sldId="269"/>
        </pc:sldMkLst>
        <pc:spChg chg="mod">
          <ac:chgData name="reshya v" userId="dd1b45708b6ca02a" providerId="LiveId" clId="{41E1FEC8-1547-4850-866E-8548A95980E1}" dt="2025-08-18T14:25:09.059" v="1385" actId="113"/>
          <ac:spMkLst>
            <pc:docMk/>
            <pc:sldMk cId="3136580591" sldId="269"/>
            <ac:spMk id="2" creationId="{4BBBEF82-6FBA-2CDC-7569-DF678F4BF76F}"/>
          </ac:spMkLst>
        </pc:spChg>
        <pc:spChg chg="add mod">
          <ac:chgData name="reshya v" userId="dd1b45708b6ca02a" providerId="LiveId" clId="{41E1FEC8-1547-4850-866E-8548A95980E1}" dt="2025-08-18T10:50:10.406" v="587" actId="1076"/>
          <ac:spMkLst>
            <pc:docMk/>
            <pc:sldMk cId="3136580591" sldId="269"/>
            <ac:spMk id="8" creationId="{0EFE7952-9314-06CD-58CD-B316875766F3}"/>
          </ac:spMkLst>
        </pc:spChg>
        <pc:picChg chg="add mod modCrop">
          <ac:chgData name="reshya v" userId="dd1b45708b6ca02a" providerId="LiveId" clId="{41E1FEC8-1547-4850-866E-8548A95980E1}" dt="2025-08-18T10:49:39.705" v="583" actId="1076"/>
          <ac:picMkLst>
            <pc:docMk/>
            <pc:sldMk cId="3136580591" sldId="269"/>
            <ac:picMk id="5" creationId="{2443B279-BAB6-1362-AA48-561FB2844001}"/>
          </ac:picMkLst>
        </pc:picChg>
      </pc:sldChg>
      <pc:sldChg chg="addSp delSp modSp new mod">
        <pc:chgData name="reshya v" userId="dd1b45708b6ca02a" providerId="LiveId" clId="{41E1FEC8-1547-4850-866E-8548A95980E1}" dt="2025-08-18T14:25:18.282" v="1386" actId="113"/>
        <pc:sldMkLst>
          <pc:docMk/>
          <pc:sldMk cId="3938094454" sldId="270"/>
        </pc:sldMkLst>
        <pc:spChg chg="mod">
          <ac:chgData name="reshya v" userId="dd1b45708b6ca02a" providerId="LiveId" clId="{41E1FEC8-1547-4850-866E-8548A95980E1}" dt="2025-08-18T14:25:18.282" v="1386" actId="113"/>
          <ac:spMkLst>
            <pc:docMk/>
            <pc:sldMk cId="3938094454" sldId="270"/>
            <ac:spMk id="2" creationId="{669EF612-D7DF-FE51-AF1A-321D75D223D5}"/>
          </ac:spMkLst>
        </pc:spChg>
        <pc:spChg chg="add mod">
          <ac:chgData name="reshya v" userId="dd1b45708b6ca02a" providerId="LiveId" clId="{41E1FEC8-1547-4850-866E-8548A95980E1}" dt="2025-08-18T10:55:20.249" v="676" actId="14100"/>
          <ac:spMkLst>
            <pc:docMk/>
            <pc:sldMk cId="3938094454" sldId="270"/>
            <ac:spMk id="8" creationId="{4492440F-BE9F-8D00-7535-CC859060CBFA}"/>
          </ac:spMkLst>
        </pc:spChg>
        <pc:picChg chg="add mod modCrop">
          <ac:chgData name="reshya v" userId="dd1b45708b6ca02a" providerId="LiveId" clId="{41E1FEC8-1547-4850-866E-8548A95980E1}" dt="2025-08-18T10:55:10.164" v="674" actId="1076"/>
          <ac:picMkLst>
            <pc:docMk/>
            <pc:sldMk cId="3938094454" sldId="270"/>
            <ac:picMk id="5" creationId="{E9F66E64-FDD0-A2E5-3761-B343F42D5284}"/>
          </ac:picMkLst>
        </pc:picChg>
      </pc:sldChg>
      <pc:sldChg chg="addSp delSp modSp new mod">
        <pc:chgData name="reshya v" userId="dd1b45708b6ca02a" providerId="LiveId" clId="{41E1FEC8-1547-4850-866E-8548A95980E1}" dt="2025-08-18T14:25:44.885" v="1387" actId="113"/>
        <pc:sldMkLst>
          <pc:docMk/>
          <pc:sldMk cId="334520274" sldId="271"/>
        </pc:sldMkLst>
        <pc:spChg chg="mod">
          <ac:chgData name="reshya v" userId="dd1b45708b6ca02a" providerId="LiveId" clId="{41E1FEC8-1547-4850-866E-8548A95980E1}" dt="2025-08-18T14:25:44.885" v="1387" actId="113"/>
          <ac:spMkLst>
            <pc:docMk/>
            <pc:sldMk cId="334520274" sldId="271"/>
            <ac:spMk id="2" creationId="{1BB0D12C-6FEF-D53A-40A4-11773E65B027}"/>
          </ac:spMkLst>
        </pc:spChg>
        <pc:spChg chg="add mod">
          <ac:chgData name="reshya v" userId="dd1b45708b6ca02a" providerId="LiveId" clId="{41E1FEC8-1547-4850-866E-8548A95980E1}" dt="2025-08-18T11:06:44" v="748" actId="1076"/>
          <ac:spMkLst>
            <pc:docMk/>
            <pc:sldMk cId="334520274" sldId="271"/>
            <ac:spMk id="6" creationId="{AFAFA45A-9DF4-741B-29B5-2504E3853B18}"/>
          </ac:spMkLst>
        </pc:spChg>
        <pc:picChg chg="add mod modCrop">
          <ac:chgData name="reshya v" userId="dd1b45708b6ca02a" providerId="LiveId" clId="{41E1FEC8-1547-4850-866E-8548A95980E1}" dt="2025-08-18T11:00:46.002" v="733" actId="14100"/>
          <ac:picMkLst>
            <pc:docMk/>
            <pc:sldMk cId="334520274" sldId="271"/>
            <ac:picMk id="5" creationId="{10204F76-487D-3173-6E9A-9A477FEF8656}"/>
          </ac:picMkLst>
        </pc:picChg>
      </pc:sldChg>
      <pc:sldChg chg="addSp delSp modSp new mod">
        <pc:chgData name="reshya v" userId="dd1b45708b6ca02a" providerId="LiveId" clId="{41E1FEC8-1547-4850-866E-8548A95980E1}" dt="2025-08-18T14:25:55.478" v="1388" actId="113"/>
        <pc:sldMkLst>
          <pc:docMk/>
          <pc:sldMk cId="3569028833" sldId="272"/>
        </pc:sldMkLst>
        <pc:spChg chg="mod">
          <ac:chgData name="reshya v" userId="dd1b45708b6ca02a" providerId="LiveId" clId="{41E1FEC8-1547-4850-866E-8548A95980E1}" dt="2025-08-18T14:25:55.478" v="1388" actId="113"/>
          <ac:spMkLst>
            <pc:docMk/>
            <pc:sldMk cId="3569028833" sldId="272"/>
            <ac:spMk id="2" creationId="{09E57BE5-1C5F-7CAA-E901-2D1D124C9EBF}"/>
          </ac:spMkLst>
        </pc:spChg>
        <pc:spChg chg="add mod">
          <ac:chgData name="reshya v" userId="dd1b45708b6ca02a" providerId="LiveId" clId="{41E1FEC8-1547-4850-866E-8548A95980E1}" dt="2025-08-18T11:15:21.036" v="819" actId="1076"/>
          <ac:spMkLst>
            <pc:docMk/>
            <pc:sldMk cId="3569028833" sldId="272"/>
            <ac:spMk id="8" creationId="{7B8578D1-893F-14E6-39DE-2E8D9841FEC0}"/>
          </ac:spMkLst>
        </pc:spChg>
        <pc:picChg chg="add mod modCrop">
          <ac:chgData name="reshya v" userId="dd1b45708b6ca02a" providerId="LiveId" clId="{41E1FEC8-1547-4850-866E-8548A95980E1}" dt="2025-08-18T11:12:29.374" v="805" actId="14100"/>
          <ac:picMkLst>
            <pc:docMk/>
            <pc:sldMk cId="3569028833" sldId="272"/>
            <ac:picMk id="5" creationId="{D16F3087-0C87-A32C-D90B-3033C5F0DC8A}"/>
          </ac:picMkLst>
        </pc:picChg>
      </pc:sldChg>
      <pc:sldChg chg="addSp delSp modSp new mod">
        <pc:chgData name="reshya v" userId="dd1b45708b6ca02a" providerId="LiveId" clId="{41E1FEC8-1547-4850-866E-8548A95980E1}" dt="2025-08-18T14:26:04.856" v="1389" actId="113"/>
        <pc:sldMkLst>
          <pc:docMk/>
          <pc:sldMk cId="4136159737" sldId="273"/>
        </pc:sldMkLst>
        <pc:spChg chg="mod">
          <ac:chgData name="reshya v" userId="dd1b45708b6ca02a" providerId="LiveId" clId="{41E1FEC8-1547-4850-866E-8548A95980E1}" dt="2025-08-18T14:26:04.856" v="1389" actId="113"/>
          <ac:spMkLst>
            <pc:docMk/>
            <pc:sldMk cId="4136159737" sldId="273"/>
            <ac:spMk id="2" creationId="{9C800CAE-47B5-9C90-EB8D-23FF813E7F8C}"/>
          </ac:spMkLst>
        </pc:spChg>
        <pc:spChg chg="add mod">
          <ac:chgData name="reshya v" userId="dd1b45708b6ca02a" providerId="LiveId" clId="{41E1FEC8-1547-4850-866E-8548A95980E1}" dt="2025-08-18T13:45:27.819" v="897" actId="1076"/>
          <ac:spMkLst>
            <pc:docMk/>
            <pc:sldMk cId="4136159737" sldId="273"/>
            <ac:spMk id="8" creationId="{98ED3928-EA92-8526-C498-DB9E8BB06B6F}"/>
          </ac:spMkLst>
        </pc:spChg>
        <pc:picChg chg="add mod modCrop">
          <ac:chgData name="reshya v" userId="dd1b45708b6ca02a" providerId="LiveId" clId="{41E1FEC8-1547-4850-866E-8548A95980E1}" dt="2025-08-18T13:43:47.081" v="880" actId="1076"/>
          <ac:picMkLst>
            <pc:docMk/>
            <pc:sldMk cId="4136159737" sldId="273"/>
            <ac:picMk id="5" creationId="{725145DC-D06F-8489-C261-2CFC3DF1333F}"/>
          </ac:picMkLst>
        </pc:picChg>
      </pc:sldChg>
      <pc:sldChg chg="addSp delSp modSp new mod">
        <pc:chgData name="reshya v" userId="dd1b45708b6ca02a" providerId="LiveId" clId="{41E1FEC8-1547-4850-866E-8548A95980E1}" dt="2025-08-18T14:26:13.437" v="1390" actId="113"/>
        <pc:sldMkLst>
          <pc:docMk/>
          <pc:sldMk cId="695678481" sldId="274"/>
        </pc:sldMkLst>
        <pc:spChg chg="mod">
          <ac:chgData name="reshya v" userId="dd1b45708b6ca02a" providerId="LiveId" clId="{41E1FEC8-1547-4850-866E-8548A95980E1}" dt="2025-08-18T14:26:13.437" v="1390" actId="113"/>
          <ac:spMkLst>
            <pc:docMk/>
            <pc:sldMk cId="695678481" sldId="274"/>
            <ac:spMk id="2" creationId="{FEB37C4C-E8C0-631B-D67D-72C32AC8ECC4}"/>
          </ac:spMkLst>
        </pc:spChg>
        <pc:spChg chg="add mod">
          <ac:chgData name="reshya v" userId="dd1b45708b6ca02a" providerId="LiveId" clId="{41E1FEC8-1547-4850-866E-8548A95980E1}" dt="2025-08-18T13:50:59.702" v="959" actId="1076"/>
          <ac:spMkLst>
            <pc:docMk/>
            <pc:sldMk cId="695678481" sldId="274"/>
            <ac:spMk id="6" creationId="{99A41D3B-3CDD-6F93-64A7-EB4026D9702A}"/>
          </ac:spMkLst>
        </pc:spChg>
        <pc:picChg chg="add mod modCrop">
          <ac:chgData name="reshya v" userId="dd1b45708b6ca02a" providerId="LiveId" clId="{41E1FEC8-1547-4850-866E-8548A95980E1}" dt="2025-08-18T13:51:03.104" v="960" actId="14100"/>
          <ac:picMkLst>
            <pc:docMk/>
            <pc:sldMk cId="695678481" sldId="274"/>
            <ac:picMk id="5" creationId="{5D62869E-97CF-1390-6091-243AD9E153DB}"/>
          </ac:picMkLst>
        </pc:picChg>
      </pc:sldChg>
      <pc:sldChg chg="addSp delSp modSp new mod">
        <pc:chgData name="reshya v" userId="dd1b45708b6ca02a" providerId="LiveId" clId="{41E1FEC8-1547-4850-866E-8548A95980E1}" dt="2025-08-18T14:26:31.858" v="1391" actId="113"/>
        <pc:sldMkLst>
          <pc:docMk/>
          <pc:sldMk cId="4034666800" sldId="275"/>
        </pc:sldMkLst>
        <pc:spChg chg="mod">
          <ac:chgData name="reshya v" userId="dd1b45708b6ca02a" providerId="LiveId" clId="{41E1FEC8-1547-4850-866E-8548A95980E1}" dt="2025-08-18T14:26:31.858" v="1391" actId="113"/>
          <ac:spMkLst>
            <pc:docMk/>
            <pc:sldMk cId="4034666800" sldId="275"/>
            <ac:spMk id="2" creationId="{5455219D-B5E6-1342-E21C-191E7C352CBF}"/>
          </ac:spMkLst>
        </pc:spChg>
        <pc:spChg chg="add mod">
          <ac:chgData name="reshya v" userId="dd1b45708b6ca02a" providerId="LiveId" clId="{41E1FEC8-1547-4850-866E-8548A95980E1}" dt="2025-08-18T13:55:24.778" v="1025" actId="20577"/>
          <ac:spMkLst>
            <pc:docMk/>
            <pc:sldMk cId="4034666800" sldId="275"/>
            <ac:spMk id="8" creationId="{9EFFA209-3052-4535-F20E-3B5E15716534}"/>
          </ac:spMkLst>
        </pc:spChg>
        <pc:picChg chg="add mod modCrop">
          <ac:chgData name="reshya v" userId="dd1b45708b6ca02a" providerId="LiveId" clId="{41E1FEC8-1547-4850-866E-8548A95980E1}" dt="2025-08-18T13:54:05.173" v="1012" actId="14100"/>
          <ac:picMkLst>
            <pc:docMk/>
            <pc:sldMk cId="4034666800" sldId="275"/>
            <ac:picMk id="5" creationId="{1B617C35-6A9B-FF91-66B0-AEA3974C37D0}"/>
          </ac:picMkLst>
        </pc:picChg>
      </pc:sldChg>
      <pc:sldChg chg="addSp delSp modSp new mod">
        <pc:chgData name="reshya v" userId="dd1b45708b6ca02a" providerId="LiveId" clId="{41E1FEC8-1547-4850-866E-8548A95980E1}" dt="2025-08-18T14:26:42.075" v="1392" actId="113"/>
        <pc:sldMkLst>
          <pc:docMk/>
          <pc:sldMk cId="1487670498" sldId="276"/>
        </pc:sldMkLst>
        <pc:spChg chg="mod">
          <ac:chgData name="reshya v" userId="dd1b45708b6ca02a" providerId="LiveId" clId="{41E1FEC8-1547-4850-866E-8548A95980E1}" dt="2025-08-18T14:26:42.075" v="1392" actId="113"/>
          <ac:spMkLst>
            <pc:docMk/>
            <pc:sldMk cId="1487670498" sldId="276"/>
            <ac:spMk id="2" creationId="{1BA5EDB7-9D52-3A86-ABAC-19C11848489F}"/>
          </ac:spMkLst>
        </pc:spChg>
        <pc:spChg chg="add mod">
          <ac:chgData name="reshya v" userId="dd1b45708b6ca02a" providerId="LiveId" clId="{41E1FEC8-1547-4850-866E-8548A95980E1}" dt="2025-08-18T14:00:30.472" v="1102" actId="14100"/>
          <ac:spMkLst>
            <pc:docMk/>
            <pc:sldMk cId="1487670498" sldId="276"/>
            <ac:spMk id="6" creationId="{CFB34014-6002-802D-DA32-129029DA57B1}"/>
          </ac:spMkLst>
        </pc:spChg>
        <pc:picChg chg="add mod modCrop">
          <ac:chgData name="reshya v" userId="dd1b45708b6ca02a" providerId="LiveId" clId="{41E1FEC8-1547-4850-866E-8548A95980E1}" dt="2025-08-18T14:00:37.326" v="1103" actId="1076"/>
          <ac:picMkLst>
            <pc:docMk/>
            <pc:sldMk cId="1487670498" sldId="276"/>
            <ac:picMk id="5" creationId="{9A220BEA-2F61-C66B-C0C0-102CC9146211}"/>
          </ac:picMkLst>
        </pc:picChg>
      </pc:sldChg>
      <pc:sldChg chg="addSp delSp modSp new mod">
        <pc:chgData name="reshya v" userId="dd1b45708b6ca02a" providerId="LiveId" clId="{41E1FEC8-1547-4850-866E-8548A95980E1}" dt="2025-08-18T14:26:51.451" v="1393" actId="113"/>
        <pc:sldMkLst>
          <pc:docMk/>
          <pc:sldMk cId="2091327731" sldId="277"/>
        </pc:sldMkLst>
        <pc:spChg chg="mod">
          <ac:chgData name="reshya v" userId="dd1b45708b6ca02a" providerId="LiveId" clId="{41E1FEC8-1547-4850-866E-8548A95980E1}" dt="2025-08-18T14:26:51.451" v="1393" actId="113"/>
          <ac:spMkLst>
            <pc:docMk/>
            <pc:sldMk cId="2091327731" sldId="277"/>
            <ac:spMk id="2" creationId="{F1F8802D-7EA4-1E1F-B033-FA8CAE490D3C}"/>
          </ac:spMkLst>
        </pc:spChg>
        <pc:spChg chg="add mod">
          <ac:chgData name="reshya v" userId="dd1b45708b6ca02a" providerId="LiveId" clId="{41E1FEC8-1547-4850-866E-8548A95980E1}" dt="2025-08-18T14:05:11.524" v="1196" actId="14100"/>
          <ac:spMkLst>
            <pc:docMk/>
            <pc:sldMk cId="2091327731" sldId="277"/>
            <ac:spMk id="8" creationId="{118BF4AD-4515-A958-4DAD-0C059D2A4C29}"/>
          </ac:spMkLst>
        </pc:spChg>
        <pc:picChg chg="add mod modCrop">
          <ac:chgData name="reshya v" userId="dd1b45708b6ca02a" providerId="LiveId" clId="{41E1FEC8-1547-4850-866E-8548A95980E1}" dt="2025-08-18T14:03:40.363" v="1182" actId="1076"/>
          <ac:picMkLst>
            <pc:docMk/>
            <pc:sldMk cId="2091327731" sldId="277"/>
            <ac:picMk id="5" creationId="{C232E027-AB3C-AF4A-7B3A-380679DA8C2D}"/>
          </ac:picMkLst>
        </pc:picChg>
      </pc:sldChg>
      <pc:sldChg chg="addSp delSp modSp new mod modTransition">
        <pc:chgData name="reshya v" userId="dd1b45708b6ca02a" providerId="LiveId" clId="{41E1FEC8-1547-4850-866E-8548A95980E1}" dt="2025-08-18T14:43:51.356" v="1426"/>
        <pc:sldMkLst>
          <pc:docMk/>
          <pc:sldMk cId="865141228" sldId="278"/>
        </pc:sldMkLst>
        <pc:spChg chg="mod">
          <ac:chgData name="reshya v" userId="dd1b45708b6ca02a" providerId="LiveId" clId="{41E1FEC8-1547-4850-866E-8548A95980E1}" dt="2025-08-18T14:42:18.276" v="1416"/>
          <ac:spMkLst>
            <pc:docMk/>
            <pc:sldMk cId="865141228" sldId="278"/>
            <ac:spMk id="2" creationId="{9A9D70AF-024E-647E-B884-4B9C27CB9A58}"/>
          </ac:spMkLst>
        </pc:spChg>
        <pc:spChg chg="add mod">
          <ac:chgData name="reshya v" userId="dd1b45708b6ca02a" providerId="LiveId" clId="{41E1FEC8-1547-4850-866E-8548A95980E1}" dt="2025-08-18T14:12:39.606" v="1296" actId="1076"/>
          <ac:spMkLst>
            <pc:docMk/>
            <pc:sldMk cId="865141228" sldId="278"/>
            <ac:spMk id="8" creationId="{A0763ED8-A531-7C84-BE94-88C9D5707BAA}"/>
          </ac:spMkLst>
        </pc:spChg>
        <pc:picChg chg="add mod modCrop">
          <ac:chgData name="reshya v" userId="dd1b45708b6ca02a" providerId="LiveId" clId="{41E1FEC8-1547-4850-866E-8548A95980E1}" dt="2025-08-18T14:11:25.011" v="1282" actId="14100"/>
          <ac:picMkLst>
            <pc:docMk/>
            <pc:sldMk cId="865141228" sldId="278"/>
            <ac:picMk id="5" creationId="{7AC3A794-C96C-183A-0DDF-5B5A06BA5B1D}"/>
          </ac:picMkLst>
        </pc:picChg>
      </pc:sldChg>
      <pc:sldChg chg="addSp delSp modSp new mod">
        <pc:chgData name="reshya v" userId="dd1b45708b6ca02a" providerId="LiveId" clId="{41E1FEC8-1547-4850-866E-8548A95980E1}" dt="2025-08-18T14:27:19.888" v="1396" actId="113"/>
        <pc:sldMkLst>
          <pc:docMk/>
          <pc:sldMk cId="2981346081" sldId="279"/>
        </pc:sldMkLst>
        <pc:spChg chg="mod">
          <ac:chgData name="reshya v" userId="dd1b45708b6ca02a" providerId="LiveId" clId="{41E1FEC8-1547-4850-866E-8548A95980E1}" dt="2025-08-18T14:27:19.888" v="1396" actId="113"/>
          <ac:spMkLst>
            <pc:docMk/>
            <pc:sldMk cId="2981346081" sldId="279"/>
            <ac:spMk id="2" creationId="{36E6AEC5-EACC-1BA5-637F-4DB79380FFFB}"/>
          </ac:spMkLst>
        </pc:spChg>
        <pc:spChg chg="add mod">
          <ac:chgData name="reshya v" userId="dd1b45708b6ca02a" providerId="LiveId" clId="{41E1FEC8-1547-4850-866E-8548A95980E1}" dt="2025-08-18T14:16:46.135" v="1365" actId="1076"/>
          <ac:spMkLst>
            <pc:docMk/>
            <pc:sldMk cId="2981346081" sldId="279"/>
            <ac:spMk id="8" creationId="{5634F266-9AC9-ABD4-5CB5-A591C1382635}"/>
          </ac:spMkLst>
        </pc:spChg>
        <pc:picChg chg="add mod modCrop">
          <ac:chgData name="reshya v" userId="dd1b45708b6ca02a" providerId="LiveId" clId="{41E1FEC8-1547-4850-866E-8548A95980E1}" dt="2025-08-18T14:15:25.247" v="1352" actId="14100"/>
          <ac:picMkLst>
            <pc:docMk/>
            <pc:sldMk cId="2981346081" sldId="279"/>
            <ac:picMk id="5" creationId="{BA4F3EC7-3303-4A63-D9E9-A59E5E218107}"/>
          </ac:picMkLst>
        </pc:picChg>
      </pc:sldChg>
      <pc:sldChg chg="addSp modSp new mod modTransition">
        <pc:chgData name="reshya v" userId="dd1b45708b6ca02a" providerId="LiveId" clId="{41E1FEC8-1547-4850-866E-8548A95980E1}" dt="2025-08-22T03:38:26.749" v="1965" actId="14861"/>
        <pc:sldMkLst>
          <pc:docMk/>
          <pc:sldMk cId="874262343" sldId="280"/>
        </pc:sldMkLst>
        <pc:picChg chg="add mod">
          <ac:chgData name="reshya v" userId="dd1b45708b6ca02a" providerId="LiveId" clId="{41E1FEC8-1547-4850-866E-8548A95980E1}" dt="2025-08-22T03:38:26.749" v="1965" actId="14861"/>
          <ac:picMkLst>
            <pc:docMk/>
            <pc:sldMk cId="874262343" sldId="280"/>
            <ac:picMk id="3" creationId="{24C32FC8-5490-7A3A-C0BA-C7E963999D5E}"/>
          </ac:picMkLst>
        </pc:picChg>
      </pc:sldChg>
      <pc:sldChg chg="addSp modSp new mod">
        <pc:chgData name="reshya v" userId="dd1b45708b6ca02a" providerId="LiveId" clId="{41E1FEC8-1547-4850-866E-8548A95980E1}" dt="2025-08-19T04:41:46.869" v="1770" actId="1076"/>
        <pc:sldMkLst>
          <pc:docMk/>
          <pc:sldMk cId="194049419" sldId="281"/>
        </pc:sldMkLst>
        <pc:spChg chg="add mod">
          <ac:chgData name="reshya v" userId="dd1b45708b6ca02a" providerId="LiveId" clId="{41E1FEC8-1547-4850-866E-8548A95980E1}" dt="2025-08-19T04:41:46.869" v="1770" actId="1076"/>
          <ac:spMkLst>
            <pc:docMk/>
            <pc:sldMk cId="194049419" sldId="281"/>
            <ac:spMk id="2" creationId="{897C9A92-F049-D038-0701-A50CB5F6F149}"/>
          </ac:spMkLst>
        </pc:spChg>
        <pc:spChg chg="add mod">
          <ac:chgData name="reshya v" userId="dd1b45708b6ca02a" providerId="LiveId" clId="{41E1FEC8-1547-4850-866E-8548A95980E1}" dt="2025-08-19T03:52:03.635" v="1702" actId="1076"/>
          <ac:spMkLst>
            <pc:docMk/>
            <pc:sldMk cId="194049419" sldId="281"/>
            <ac:spMk id="5" creationId="{906AEA1C-E8EF-E3FB-8465-4EFEB3F0AC71}"/>
          </ac:spMkLst>
        </pc:spChg>
      </pc:sldChg>
      <pc:sldChg chg="new del">
        <pc:chgData name="reshya v" userId="dd1b45708b6ca02a" providerId="LiveId" clId="{41E1FEC8-1547-4850-866E-8548A95980E1}" dt="2025-08-18T17:14:02.692" v="1464" actId="2696"/>
        <pc:sldMkLst>
          <pc:docMk/>
          <pc:sldMk cId="1360014587" sldId="281"/>
        </pc:sldMkLst>
      </pc:sldChg>
      <pc:sldChg chg="addSp delSp modSp new del mod">
        <pc:chgData name="reshya v" userId="dd1b45708b6ca02a" providerId="LiveId" clId="{41E1FEC8-1547-4850-866E-8548A95980E1}" dt="2025-08-19T03:58:53.381" v="1766" actId="2696"/>
        <pc:sldMkLst>
          <pc:docMk/>
          <pc:sldMk cId="968020393" sldId="282"/>
        </pc:sldMkLst>
      </pc:sldChg>
      <pc:sldChg chg="addSp modSp new mod">
        <pc:chgData name="reshya v" userId="dd1b45708b6ca02a" providerId="LiveId" clId="{41E1FEC8-1547-4850-866E-8548A95980E1}" dt="2025-08-19T05:29:47.980" v="1920" actId="1076"/>
        <pc:sldMkLst>
          <pc:docMk/>
          <pc:sldMk cId="3404274647" sldId="282"/>
        </pc:sldMkLst>
        <pc:spChg chg="add mod">
          <ac:chgData name="reshya v" userId="dd1b45708b6ca02a" providerId="LiveId" clId="{41E1FEC8-1547-4850-866E-8548A95980E1}" dt="2025-08-19T05:23:49.769" v="1913" actId="207"/>
          <ac:spMkLst>
            <pc:docMk/>
            <pc:sldMk cId="3404274647" sldId="282"/>
            <ac:spMk id="2" creationId="{179D973B-7BD3-9CA9-5D02-B6A294A149A0}"/>
          </ac:spMkLst>
        </pc:spChg>
        <pc:spChg chg="add mod">
          <ac:chgData name="reshya v" userId="dd1b45708b6ca02a" providerId="LiveId" clId="{41E1FEC8-1547-4850-866E-8548A95980E1}" dt="2025-08-19T05:29:47.980" v="1920" actId="1076"/>
          <ac:spMkLst>
            <pc:docMk/>
            <pc:sldMk cId="3404274647" sldId="282"/>
            <ac:spMk id="5" creationId="{858216F4-1ABF-1076-305F-B837118F4D09}"/>
          </ac:spMkLst>
        </pc:spChg>
        <pc:picChg chg="add mod">
          <ac:chgData name="reshya v" userId="dd1b45708b6ca02a" providerId="LiveId" clId="{41E1FEC8-1547-4850-866E-8548A95980E1}" dt="2025-08-19T05:28:38.265" v="1917" actId="1076"/>
          <ac:picMkLst>
            <pc:docMk/>
            <pc:sldMk cId="3404274647" sldId="282"/>
            <ac:picMk id="7" creationId="{AF2F75E4-6884-AA2E-804E-3C472C208EFC}"/>
          </ac:picMkLst>
        </pc:picChg>
      </pc:sldChg>
      <pc:sldMasterChg chg="modTransition modSldLayout">
        <pc:chgData name="reshya v" userId="dd1b45708b6ca02a" providerId="LiveId" clId="{41E1FEC8-1547-4850-866E-8548A95980E1}" dt="2025-08-18T14:42:18.276" v="1416"/>
        <pc:sldMasterMkLst>
          <pc:docMk/>
          <pc:sldMasterMk cId="1548148769" sldId="2147483748"/>
        </pc:sldMasterMkLst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1406928995" sldId="2147483749"/>
          </pc:sldLayoutMkLst>
        </pc:sldLayoutChg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1924165711" sldId="2147483750"/>
          </pc:sldLayoutMkLst>
        </pc:sldLayoutChg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1524567674" sldId="2147483751"/>
          </pc:sldLayoutMkLst>
        </pc:sldLayoutChg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2213241722" sldId="2147483752"/>
          </pc:sldLayoutMkLst>
        </pc:sldLayoutChg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2106899386" sldId="2147483753"/>
          </pc:sldLayoutMkLst>
        </pc:sldLayoutChg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2306651712" sldId="2147483754"/>
          </pc:sldLayoutMkLst>
        </pc:sldLayoutChg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1599617535" sldId="2147483755"/>
          </pc:sldLayoutMkLst>
        </pc:sldLayoutChg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3545414331" sldId="2147483756"/>
          </pc:sldLayoutMkLst>
        </pc:sldLayoutChg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3302539173" sldId="2147483757"/>
          </pc:sldLayoutMkLst>
        </pc:sldLayoutChg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1802035533" sldId="2147483764"/>
          </pc:sldLayoutMkLst>
        </pc:sldLayoutChg>
        <pc:sldLayoutChg chg="modTransition">
          <pc:chgData name="reshya v" userId="dd1b45708b6ca02a" providerId="LiveId" clId="{41E1FEC8-1547-4850-866E-8548A95980E1}" dt="2025-08-18T14:42:18.276" v="1416"/>
          <pc:sldLayoutMkLst>
            <pc:docMk/>
            <pc:sldMasterMk cId="1548148769" sldId="2147483748"/>
            <pc:sldLayoutMk cId="859098635" sldId="214748376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4C6E1-AF92-4FB7-A013-0B520EBC30AE}" type="datetimeFigureOut">
              <a:rPr lang="en-US"/>
              <a:t>8/23/2025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2D9BF-D574-4807-B36C-9E2A025BE82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79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10850-0874-4A61-99B4-D613C5E8D9EA}" type="datetimeFigureOut">
              <a:rPr lang="en-US"/>
              <a:t>8/23/2025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1EC53-F507-411E-9ADC-FBCFECE09D3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818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1EC53-F507-411E-9ADC-FBCFECE09D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44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8246" y="1828800"/>
            <a:ext cx="9220200" cy="2147926"/>
          </a:xfrm>
        </p:spPr>
        <p:txBody>
          <a:bodyPr anchor="ctr">
            <a:normAutofit/>
          </a:bodyPr>
          <a:lstStyle>
            <a:lvl1pPr algn="ctr">
              <a:defRPr sz="4400" cap="all" normalizeH="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246" y="4063998"/>
            <a:ext cx="9220200" cy="1016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>
          <p15:clr>
            <a:srgbClr val="FBAE40"/>
          </p15:clr>
        </p15:guide>
        <p15:guide id="1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163" y="1803401"/>
            <a:ext cx="10360501" cy="4470400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1524002"/>
            <a:ext cx="9751060" cy="1992597"/>
          </a:xfrm>
        </p:spPr>
        <p:txBody>
          <a:bodyPr anchor="b" anchorCtr="0">
            <a:noAutofit/>
          </a:bodyPr>
          <a:lstStyle>
            <a:lvl1pPr algn="ctr">
              <a:defRPr sz="4400" b="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632200"/>
            <a:ext cx="9751060" cy="1016000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0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162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 baseline="0"/>
            </a:lvl6pPr>
            <a:lvl7pPr marL="2669581">
              <a:defRPr sz="1400" baseline="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2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62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559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8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8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4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07868" y="482602"/>
            <a:ext cx="6602280" cy="5842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1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134" y="1905000"/>
            <a:ext cx="5180251" cy="17272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6093594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70" y="482601"/>
            <a:ext cx="5077859" cy="5862706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9134" y="3733800"/>
            <a:ext cx="5180251" cy="172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lternat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69" y="482602"/>
            <a:ext cx="6602281" cy="5842001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4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669581">
              <a:defRPr baseline="0"/>
            </a:lvl6pPr>
            <a:lvl7pPr marL="2669581">
              <a:defRPr baseline="0"/>
            </a:lvl7pPr>
            <a:lvl8pPr marL="2669581">
              <a:defRPr baseline="0"/>
            </a:lvl8pPr>
            <a:lvl9pPr marL="2669581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7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0043" y="685800"/>
            <a:ext cx="1843982" cy="5588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163" y="685800"/>
            <a:ext cx="9040045" cy="5588002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  <a:prstGeom prst="rect">
            <a:avLst/>
          </a:prstGeom>
          <a:effectLst/>
        </p:spPr>
        <p:txBody>
          <a:bodyPr vert="horz" lIns="121899" tIns="60949" rIns="121899" bIns="60949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3" y="1803401"/>
            <a:ext cx="1036050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163" y="6375400"/>
            <a:ext cx="7414869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5324" y="6375400"/>
            <a:ext cx="1422030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B9B9059-F1D6-41D0-95CF-D21CAA096B3A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1760" y="6375400"/>
            <a:ext cx="832903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48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Cambria" pitchFamily="18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9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5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1444" y="1759742"/>
            <a:ext cx="10297144" cy="1181532"/>
          </a:xfrm>
        </p:spPr>
        <p:txBody>
          <a:bodyPr>
            <a:normAutofit/>
          </a:bodyPr>
          <a:lstStyle/>
          <a:p>
            <a:r>
              <a:rPr lang="en-US" sz="4000" b="1" dirty="0"/>
              <a:t>CHINOOK ARTIST DATABASE management using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3892" y="4132750"/>
            <a:ext cx="9652248" cy="664402"/>
          </a:xfrm>
        </p:spPr>
        <p:txBody>
          <a:bodyPr/>
          <a:lstStyle/>
          <a:p>
            <a:r>
              <a:rPr lang="en-US" i="1" dirty="0"/>
              <a:t>Theatre artist </a:t>
            </a:r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oup of masks on a black background&#10;&#10;AI-generated content may be incorrect.">
            <a:extLst>
              <a:ext uri="{FF2B5EF4-FFF2-40B4-BE49-F238E27FC236}">
                <a16:creationId xmlns:a16="http://schemas.microsoft.com/office/drawing/2014/main" id="{A686CF3C-C52A-151B-C576-C8FDF7096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376" y="3140968"/>
            <a:ext cx="648072" cy="792088"/>
          </a:xfrm>
          <a:prstGeom prst="rect">
            <a:avLst/>
          </a:prstGeom>
        </p:spPr>
      </p:pic>
      <p:pic>
        <p:nvPicPr>
          <p:cNvPr id="6" name="Picture 5" descr="A blue circle with white text and a dolphin&#10;&#10;AI-generated content may be incorrect.">
            <a:extLst>
              <a:ext uri="{FF2B5EF4-FFF2-40B4-BE49-F238E27FC236}">
                <a16:creationId xmlns:a16="http://schemas.microsoft.com/office/drawing/2014/main" id="{68C202FA-FA5F-7286-CE6D-E9CCFAC63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2296625"/>
            <a:ext cx="720079" cy="55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2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7C9A92-F049-D038-0701-A50CB5F6F149}"/>
              </a:ext>
            </a:extLst>
          </p:cNvPr>
          <p:cNvSpPr txBox="1"/>
          <p:nvPr/>
        </p:nvSpPr>
        <p:spPr>
          <a:xfrm>
            <a:off x="261764" y="1124744"/>
            <a:ext cx="4140460" cy="58477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sz="3200" b="1" dirty="0">
                <a:solidFill>
                  <a:srgbClr val="FFC000"/>
                </a:solidFill>
              </a:rPr>
              <a:t> INTRODUCTION 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6AEA1C-E8EF-E3FB-8465-4EFEB3F0A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0426" y="2276872"/>
            <a:ext cx="91450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 database is created to manage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theatre artists, plays, acts, and audiences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Helps track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artists, performances, ticket sales, and genres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9404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9D973B-7BD3-9CA9-5D02-B6A294A149A0}"/>
              </a:ext>
            </a:extLst>
          </p:cNvPr>
          <p:cNvSpPr txBox="1"/>
          <p:nvPr/>
        </p:nvSpPr>
        <p:spPr>
          <a:xfrm>
            <a:off x="477788" y="1165974"/>
            <a:ext cx="3960440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sz="2800" b="1" dirty="0">
                <a:solidFill>
                  <a:srgbClr val="FFC000"/>
                </a:solidFill>
              </a:rPr>
              <a:t>SQL QUERIES USED 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8216F4-1ABF-1076-305F-B837118F4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028" y="2492896"/>
            <a:ext cx="582050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Basic Retrieval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WHERE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Joins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INNER JOIN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LEFT JOIN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Aggregation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HAVING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Sorting &amp; Filtering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 by , limit)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2F75E4-6884-AA2E-804E-3C472C208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14692" y="1944126"/>
            <a:ext cx="2880320" cy="242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7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CB2F-B65D-968E-90FC-10178838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262389"/>
            <a:ext cx="10360501" cy="720080"/>
          </a:xfrm>
        </p:spPr>
        <p:txBody>
          <a:bodyPr/>
          <a:lstStyle/>
          <a:p>
            <a:pPr algn="just"/>
            <a:r>
              <a:rPr lang="en-IN" dirty="0"/>
              <a:t>                 </a:t>
            </a:r>
            <a:r>
              <a:rPr lang="en-IN" b="1" dirty="0"/>
              <a:t>LIST ALL THEATRE ARTIST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BCE73E-0956-547B-1BC9-AFB04B240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42"/>
          <a:stretch>
            <a:fillRect/>
          </a:stretch>
        </p:blipFill>
        <p:spPr>
          <a:xfrm>
            <a:off x="1413892" y="1268760"/>
            <a:ext cx="9649072" cy="424847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ABD0EE-0101-E9A9-80CC-9474526EE893}"/>
              </a:ext>
            </a:extLst>
          </p:cNvPr>
          <p:cNvSpPr txBox="1"/>
          <p:nvPr/>
        </p:nvSpPr>
        <p:spPr>
          <a:xfrm>
            <a:off x="1413892" y="5764614"/>
            <a:ext cx="9793088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This query retrieves the names and IDs of all theatre artists stored in the database.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982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EFB44-BB41-75D6-9BF7-3ACEF96FD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3" y="260648"/>
            <a:ext cx="10360501" cy="720080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</a:t>
            </a:r>
            <a:r>
              <a:rPr lang="en-IN" b="1" dirty="0"/>
              <a:t>RETRIEVES ARTISTS WHOSE NAME STARTS WITH S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DFFAB14F-1B2F-D852-6590-8722527ED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7" b="33893"/>
          <a:stretch>
            <a:fillRect/>
          </a:stretch>
        </p:blipFill>
        <p:spPr>
          <a:xfrm>
            <a:off x="1062503" y="1196752"/>
            <a:ext cx="10360501" cy="4176464"/>
          </a:xfrm>
        </p:spPr>
      </p:pic>
      <p:sp>
        <p:nvSpPr>
          <p:cNvPr id="15" name="Rectangle 7">
            <a:extLst>
              <a:ext uri="{FF2B5EF4-FFF2-40B4-BE49-F238E27FC236}">
                <a16:creationId xmlns:a16="http://schemas.microsoft.com/office/drawing/2014/main" id="{495B6620-F4ED-9F41-E417-1EFF32866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869" y="5646440"/>
            <a:ext cx="1022513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use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LIKE 'S%'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condition to filter artists whose names begin with the letter 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20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30AB-0669-49A3-01F5-2B9D7064F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916" y="233371"/>
            <a:ext cx="10360501" cy="576064"/>
          </a:xfrm>
        </p:spPr>
        <p:txBody>
          <a:bodyPr>
            <a:normAutofit/>
          </a:bodyPr>
          <a:lstStyle/>
          <a:p>
            <a:r>
              <a:rPr lang="en-IN" sz="3200" dirty="0"/>
              <a:t>              </a:t>
            </a:r>
            <a:r>
              <a:rPr lang="en-IN" sz="3200" b="1" dirty="0"/>
              <a:t>FIND ARTISTS WITH NO PLAYS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E622C0-406E-8EEC-7B9E-147A981FB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6" b="34967"/>
          <a:stretch>
            <a:fillRect/>
          </a:stretch>
        </p:blipFill>
        <p:spPr>
          <a:xfrm>
            <a:off x="981844" y="980728"/>
            <a:ext cx="10009112" cy="43924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CAE7C4-2452-7971-2725-FD1F31DB0D94}"/>
              </a:ext>
            </a:extLst>
          </p:cNvPr>
          <p:cNvSpPr txBox="1"/>
          <p:nvPr/>
        </p:nvSpPr>
        <p:spPr>
          <a:xfrm flipV="1">
            <a:off x="4942619" y="11157990"/>
            <a:ext cx="3522330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B594D3E-8B2F-A10C-90B8-BB8967B77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559" y="5550961"/>
            <a:ext cx="993710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joining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artist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album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then checking for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we identify artists who don’t have any recorded plays.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46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882B-5EE6-4996-2908-12BCF972A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086" y="188640"/>
            <a:ext cx="10360501" cy="720080"/>
          </a:xfrm>
        </p:spPr>
        <p:txBody>
          <a:bodyPr>
            <a:normAutofit/>
          </a:bodyPr>
          <a:lstStyle/>
          <a:p>
            <a:r>
              <a:rPr lang="en-IN" b="1" dirty="0"/>
              <a:t>           COUNT TOTAL THEATRE ARTISTS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B0DAC7-51A6-95EB-741E-AC854AB1F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77" b="39475"/>
          <a:stretch>
            <a:fillRect/>
          </a:stretch>
        </p:blipFill>
        <p:spPr>
          <a:xfrm>
            <a:off x="1557908" y="1370969"/>
            <a:ext cx="9073008" cy="2664296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0C7F17C-3EED-876C-A8E2-50542CCEE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801" y="4656034"/>
            <a:ext cx="964907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COUNT(*)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function gives the total number of artists in the database.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10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AF6D6-00A8-0D19-2A8A-1B3AF6646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625" y="116632"/>
            <a:ext cx="10360501" cy="720080"/>
          </a:xfrm>
        </p:spPr>
        <p:txBody>
          <a:bodyPr/>
          <a:lstStyle/>
          <a:p>
            <a:r>
              <a:rPr lang="en-IN" dirty="0"/>
              <a:t>               </a:t>
            </a:r>
            <a:r>
              <a:rPr lang="en-IN" b="1" dirty="0"/>
              <a:t>ARTISTS WITH MULTIPLE PLAYS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8CD9BA-B59E-D196-6B64-F58E1437E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04" b="35544"/>
          <a:stretch>
            <a:fillRect/>
          </a:stretch>
        </p:blipFill>
        <p:spPr>
          <a:xfrm>
            <a:off x="765820" y="908720"/>
            <a:ext cx="10873208" cy="4176464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04D8B67-729E-0EF1-83F9-E5E8C0CC5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626" y="5461774"/>
            <a:ext cx="104497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 BY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HAVING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we find artists who acted in more than one play.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5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B1A08-E2C3-81EA-61B7-ECA4F901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3" y="260648"/>
            <a:ext cx="10360501" cy="720080"/>
          </a:xfrm>
        </p:spPr>
        <p:txBody>
          <a:bodyPr/>
          <a:lstStyle/>
          <a:p>
            <a:r>
              <a:rPr lang="en-IN" dirty="0"/>
              <a:t>                </a:t>
            </a:r>
            <a:r>
              <a:rPr lang="en-IN" b="1" dirty="0"/>
              <a:t>LIST ARTISTS WITH THEIR PLAYS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875F77-F489-FBA3-9F61-631AF229D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2" b="36254"/>
          <a:stretch>
            <a:fillRect/>
          </a:stretch>
        </p:blipFill>
        <p:spPr>
          <a:xfrm>
            <a:off x="1557908" y="1340768"/>
            <a:ext cx="9001000" cy="3528392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628D62C6-9421-6BFF-DA6A-7D764D227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04" y="5245749"/>
            <a:ext cx="115472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query shows which plays (albums) belong to each artist by joining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artist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album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68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1E3B-2801-60FE-7F84-9F7DE0C7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28" y="260648"/>
            <a:ext cx="10360501" cy="828577"/>
          </a:xfrm>
        </p:spPr>
        <p:txBody>
          <a:bodyPr>
            <a:normAutofit/>
          </a:bodyPr>
          <a:lstStyle/>
          <a:p>
            <a:r>
              <a:rPr lang="en-IN" dirty="0"/>
              <a:t>                </a:t>
            </a:r>
            <a:r>
              <a:rPr lang="en-IN" b="1" dirty="0"/>
              <a:t>ARTISTS WITH MAXIMUM plays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9BB8BF-36C0-6AFE-17C2-B59408AE6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69" b="39475"/>
          <a:stretch>
            <a:fillRect/>
          </a:stretch>
        </p:blipFill>
        <p:spPr>
          <a:xfrm>
            <a:off x="1557908" y="1340768"/>
            <a:ext cx="9433048" cy="36004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B4ACC0-5840-3C9C-8568-28396AE6A04B}"/>
              </a:ext>
            </a:extLst>
          </p:cNvPr>
          <p:cNvSpPr txBox="1"/>
          <p:nvPr/>
        </p:nvSpPr>
        <p:spPr>
          <a:xfrm>
            <a:off x="858230" y="5373216"/>
            <a:ext cx="10945216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We count the plays per artist and sort in descending order to pick the top artist.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13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677AA-96B3-87D0-3B5F-C8ED18D4B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263127"/>
            <a:ext cx="10360501" cy="642144"/>
          </a:xfrm>
        </p:spPr>
        <p:txBody>
          <a:bodyPr/>
          <a:lstStyle/>
          <a:p>
            <a:r>
              <a:rPr lang="en-IN" dirty="0"/>
              <a:t>           </a:t>
            </a:r>
            <a:r>
              <a:rPr lang="en-IN" b="1" dirty="0"/>
              <a:t>Plays by “Shakespeare group</a:t>
            </a:r>
            <a:r>
              <a:rPr lang="en-IN" dirty="0"/>
              <a:t>”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D51E1E-DD6F-BFD5-B5D0-3AAB87106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21" b="37864"/>
          <a:stretch>
            <a:fillRect/>
          </a:stretch>
        </p:blipFill>
        <p:spPr>
          <a:xfrm>
            <a:off x="1269876" y="1196752"/>
            <a:ext cx="9721080" cy="374441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878311-8355-64D4-E08C-67F84C91EE67}"/>
              </a:ext>
            </a:extLst>
          </p:cNvPr>
          <p:cNvSpPr txBox="1"/>
          <p:nvPr/>
        </p:nvSpPr>
        <p:spPr>
          <a:xfrm>
            <a:off x="1017871" y="5232649"/>
            <a:ext cx="10360501" cy="15696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This query retrieves all plays linked to the artist named “Shakespeare Group.”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47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235DB-E0EF-BE35-8153-48FA99AD5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3" y="260648"/>
            <a:ext cx="10360501" cy="792088"/>
          </a:xfrm>
        </p:spPr>
        <p:txBody>
          <a:bodyPr/>
          <a:lstStyle/>
          <a:p>
            <a:r>
              <a:rPr lang="en-IN" b="1" dirty="0"/>
              <a:t>                  Play count per artists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D12D7A-870F-2B64-9CD5-58A327A7D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2" b="33032"/>
          <a:stretch>
            <a:fillRect/>
          </a:stretch>
        </p:blipFill>
        <p:spPr>
          <a:xfrm>
            <a:off x="1269876" y="1412776"/>
            <a:ext cx="9361040" cy="3096343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D9CDDF5A-87F2-B8B1-7B41-01F759934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9608" y="4988648"/>
            <a:ext cx="9505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how many plays each artist has,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 BY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21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EF82-6FBA-2CDC-7569-DF678F4B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150" y="188155"/>
            <a:ext cx="10360501" cy="792088"/>
          </a:xfrm>
        </p:spPr>
        <p:txBody>
          <a:bodyPr/>
          <a:lstStyle/>
          <a:p>
            <a:r>
              <a:rPr lang="en-IN" b="1" dirty="0"/>
              <a:t>               ARTISTS WITH ATLEAST ONE ACT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43B279-BAB6-1362-AA48-561FB2844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3" b="33032"/>
          <a:stretch>
            <a:fillRect/>
          </a:stretch>
        </p:blipFill>
        <p:spPr>
          <a:xfrm>
            <a:off x="1325037" y="1270865"/>
            <a:ext cx="9970798" cy="3456384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EFE7952-9314-06CD-58CD-B31687576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609" y="5171636"/>
            <a:ext cx="1094521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an artist has a linked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it means they performed in at least one act/scene.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58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F612-D7DF-FE51-AF1A-321D75D2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88640"/>
            <a:ext cx="10360501" cy="792088"/>
          </a:xfrm>
        </p:spPr>
        <p:txBody>
          <a:bodyPr/>
          <a:lstStyle/>
          <a:p>
            <a:r>
              <a:rPr lang="en-IN" dirty="0"/>
              <a:t>              </a:t>
            </a:r>
            <a:r>
              <a:rPr lang="en-IN" b="1" dirty="0"/>
              <a:t>LIST ACTS WITH ARTISTS NAMES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F66E64-FDD0-A2E5-3761-B343F42D5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3" b="31421"/>
          <a:stretch>
            <a:fillRect/>
          </a:stretch>
        </p:blipFill>
        <p:spPr>
          <a:xfrm>
            <a:off x="1629916" y="1268760"/>
            <a:ext cx="9289032" cy="3456384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4492440F-BE9F-8D00-7535-CC859060C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852" y="5226063"/>
            <a:ext cx="10720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join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album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artist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show which act belongs to which artist.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09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D12C-6FEF-D53A-40A4-11773E65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191119"/>
            <a:ext cx="10360501" cy="786160"/>
          </a:xfrm>
        </p:spPr>
        <p:txBody>
          <a:bodyPr/>
          <a:lstStyle/>
          <a:p>
            <a:r>
              <a:rPr lang="en-IN" b="1" dirty="0"/>
              <a:t>                   ARTISTS WITH MOST ACTS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204F76-487D-3173-6E9A-9A477FEF8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3" b="33032"/>
          <a:stretch>
            <a:fillRect/>
          </a:stretch>
        </p:blipFill>
        <p:spPr>
          <a:xfrm>
            <a:off x="1629916" y="1412776"/>
            <a:ext cx="9289031" cy="36004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AFA45A-9DF4-741B-29B5-2504E3853B18}"/>
              </a:ext>
            </a:extLst>
          </p:cNvPr>
          <p:cNvSpPr txBox="1"/>
          <p:nvPr/>
        </p:nvSpPr>
        <p:spPr>
          <a:xfrm>
            <a:off x="883973" y="5661248"/>
            <a:ext cx="11141076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/>
              <a:t>We count all acts per artist, then select the one with the highest count.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2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7BE5-1C5F-7CAA-E901-2D1D124C9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260163"/>
            <a:ext cx="10360501" cy="648072"/>
          </a:xfrm>
        </p:spPr>
        <p:txBody>
          <a:bodyPr/>
          <a:lstStyle/>
          <a:p>
            <a:r>
              <a:rPr lang="en-IN" b="1" dirty="0"/>
              <a:t>                  ARTISTS IN DRAMA GENRE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6F3087-0C87-A32C-D90B-3033C5F0D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3" b="34642"/>
          <a:stretch>
            <a:fillRect/>
          </a:stretch>
        </p:blipFill>
        <p:spPr>
          <a:xfrm>
            <a:off x="1125860" y="1268760"/>
            <a:ext cx="10153128" cy="3672408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B8578D1-893F-14E6-39DE-2E8D9841F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72" y="5301693"/>
            <a:ext cx="122413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joining with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genre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table, we filter for artists who performed in the “Drama” genre.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02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00CAE-47B5-9C90-EB8D-23FF813E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917" y="260648"/>
            <a:ext cx="9433048" cy="642144"/>
          </a:xfrm>
        </p:spPr>
        <p:txBody>
          <a:bodyPr>
            <a:normAutofit/>
          </a:bodyPr>
          <a:lstStyle/>
          <a:p>
            <a:r>
              <a:rPr lang="en-IN" sz="3200" b="1" dirty="0"/>
              <a:t>ARTISTS WITH ACTS LONGER THAN 10 MINUTES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5145DC-D06F-8489-C261-2CFC3DF13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3" b="33032"/>
          <a:stretch>
            <a:fillRect/>
          </a:stretch>
        </p:blipFill>
        <p:spPr>
          <a:xfrm>
            <a:off x="1755930" y="1196752"/>
            <a:ext cx="8676964" cy="3816424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98ED3928-EA92-8526-C498-DB9E8BB06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908" y="5430415"/>
            <a:ext cx="99378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check 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Milliseconds &gt; 600000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(10 minutes) to find long acts.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5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7C4C-E8C0-631B-D67D-72C32AC8E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68" y="332656"/>
            <a:ext cx="10360501" cy="642144"/>
          </a:xfrm>
        </p:spPr>
        <p:txBody>
          <a:bodyPr/>
          <a:lstStyle/>
          <a:p>
            <a:r>
              <a:rPr lang="en-IN" b="1" dirty="0"/>
              <a:t>                  TOTAL ACTS PER ARTIST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62869E-97CF-1390-6091-243AD9E15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3" b="34642"/>
          <a:stretch>
            <a:fillRect/>
          </a:stretch>
        </p:blipFill>
        <p:spPr>
          <a:xfrm>
            <a:off x="1701924" y="1268760"/>
            <a:ext cx="9001000" cy="41044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41D3B-3CDD-6F93-64A7-EB4026D9702A}"/>
              </a:ext>
            </a:extLst>
          </p:cNvPr>
          <p:cNvSpPr txBox="1"/>
          <p:nvPr/>
        </p:nvSpPr>
        <p:spPr>
          <a:xfrm>
            <a:off x="1053852" y="5733256"/>
            <a:ext cx="10081120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We count the number of tracks (acts/scenes) linked to each artist.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67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219D-B5E6-1342-E21C-191E7C35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60" y="332656"/>
            <a:ext cx="10360501" cy="721072"/>
          </a:xfrm>
        </p:spPr>
        <p:txBody>
          <a:bodyPr/>
          <a:lstStyle/>
          <a:p>
            <a:r>
              <a:rPr lang="en-IN" b="1" dirty="0"/>
              <a:t>                    ARTISTS IN PLAYLIST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617C35-6A9B-FF91-66B0-AEA3974C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3" b="34642"/>
          <a:stretch>
            <a:fillRect/>
          </a:stretch>
        </p:blipFill>
        <p:spPr>
          <a:xfrm>
            <a:off x="1557908" y="1340768"/>
            <a:ext cx="8712968" cy="3456384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9EFFA209-3052-4535-F20E-3B5E15716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546" y="5157192"/>
            <a:ext cx="101531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an artist’s act appears 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playlist track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it means their work is included in a curated collection.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66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EDB7-9D52-3A86-ABAC-19C118484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69" y="108982"/>
            <a:ext cx="9793088" cy="668308"/>
          </a:xfrm>
        </p:spPr>
        <p:txBody>
          <a:bodyPr>
            <a:normAutofit/>
          </a:bodyPr>
          <a:lstStyle/>
          <a:p>
            <a:r>
              <a:rPr lang="en-IN" sz="2800" b="1" dirty="0"/>
              <a:t>TOP 3 COUNTRIES WITH THE MOST THEATRE CUSTOMERS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220BEA-2F61-C66B-C0C0-102CC9146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6" b="33959"/>
          <a:stretch>
            <a:fillRect/>
          </a:stretch>
        </p:blipFill>
        <p:spPr>
          <a:xfrm>
            <a:off x="1341884" y="980728"/>
            <a:ext cx="8856984" cy="391360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B34014-6002-802D-DA32-129029DA57B1}"/>
              </a:ext>
            </a:extLst>
          </p:cNvPr>
          <p:cNvSpPr txBox="1"/>
          <p:nvPr/>
        </p:nvSpPr>
        <p:spPr>
          <a:xfrm>
            <a:off x="477789" y="5301208"/>
            <a:ext cx="11233248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This query groups customers by their country, counts how many are in each, and then shows the top 3 countries with the largest theatre audiences.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6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802D-7EA4-1E1F-B033-FA8CAE4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916" y="260648"/>
            <a:ext cx="9649072" cy="864096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LIST EMPLOYEES ALONG WITH THE CUSTOMERS THEY SUPPORT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32E027-AB3C-AF4A-7B3A-380679DA8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6" t="14496" r="906" b="33959"/>
          <a:stretch>
            <a:fillRect/>
          </a:stretch>
        </p:blipFill>
        <p:spPr>
          <a:xfrm>
            <a:off x="1629916" y="1340768"/>
            <a:ext cx="9145016" cy="3600400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118BF4AD-4515-A958-4DAD-0C059D2A4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36" y="5229200"/>
            <a:ext cx="1094521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customer has a support representative (employee). This query joins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employee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tables to display which employee handles which customer.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32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70AF-024E-647E-B884-4B9C27CB9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164830"/>
            <a:ext cx="10360501" cy="1008112"/>
          </a:xfrm>
        </p:spPr>
        <p:txBody>
          <a:bodyPr>
            <a:normAutofit/>
          </a:bodyPr>
          <a:lstStyle/>
          <a:p>
            <a:r>
              <a:rPr lang="en-IN" sz="3200" b="1" dirty="0"/>
              <a:t>MOST POPULAR THEATRE GENRE BASED ON TOTAL TICKET SALES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C3A794-C96C-183A-0DDF-5B5A06BA5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3" b="34642"/>
          <a:stretch>
            <a:fillRect/>
          </a:stretch>
        </p:blipFill>
        <p:spPr>
          <a:xfrm>
            <a:off x="1449896" y="1376772"/>
            <a:ext cx="9289032" cy="3780420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0763ED8-A531-7C84-BE94-88C9D5707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82" y="5481228"/>
            <a:ext cx="113052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query calculates ticket revenue per genre (Drama, Comedy, etc.) by joining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genre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invoiceline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The genre with the highest sales is shown as the most popular.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14122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AEC5-EACC-1BA5-637F-4DB79380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60" y="296168"/>
            <a:ext cx="10360501" cy="576064"/>
          </a:xfrm>
        </p:spPr>
        <p:txBody>
          <a:bodyPr/>
          <a:lstStyle/>
          <a:p>
            <a:r>
              <a:rPr lang="en-IN" dirty="0"/>
              <a:t>         </a:t>
            </a:r>
            <a:r>
              <a:rPr lang="en-IN" b="1" dirty="0"/>
              <a:t>AVERAGE ACT LENGTH PER ARTIST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4F3EC7-3303-4A63-D9E9-A59E5E218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73" t="14497" r="1073" b="33958"/>
          <a:stretch>
            <a:fillRect/>
          </a:stretch>
        </p:blipFill>
        <p:spPr>
          <a:xfrm>
            <a:off x="1341885" y="1268760"/>
            <a:ext cx="9577064" cy="3456384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5634F266-9AC9-ABD4-5CB5-A591C138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36" y="5121672"/>
            <a:ext cx="1116123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uses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milliseconds to find the average duration of an artist’s performances.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34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32FC8-5490-7A3A-C0BA-C7E963999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5" r="16065"/>
          <a:stretch/>
        </p:blipFill>
        <p:spPr>
          <a:xfrm>
            <a:off x="4222204" y="2132856"/>
            <a:ext cx="6696745" cy="2088232"/>
          </a:xfrm>
          <a:prstGeom prst="roundRect">
            <a:avLst>
              <a:gd name="adj" fmla="val 16667"/>
            </a:avLst>
          </a:prstGeom>
          <a:ln>
            <a:solidFill>
              <a:srgbClr val="FF000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87426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rimson landscape design temp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03460512.potx" id="{FAD57A1D-FD3F-410E-BC16-DC0572F34EA3}" vid="{8B1535A0-4296-40FA-BB7E-C6BB75A63359}"/>
    </a:ext>
  </a:extLst>
</a:theme>
</file>

<file path=ppt/theme/theme2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695</TotalTime>
  <Words>585</Words>
  <Application>Microsoft Office PowerPoint</Application>
  <PresentationFormat>Custom</PresentationFormat>
  <Paragraphs>53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Unicode MS</vt:lpstr>
      <vt:lpstr>Cambria</vt:lpstr>
      <vt:lpstr>Century Gothic</vt:lpstr>
      <vt:lpstr>Crimson landscape design template</vt:lpstr>
      <vt:lpstr>CHINOOK ARTIST DATABASE management using </vt:lpstr>
      <vt:lpstr>PowerPoint Presentation</vt:lpstr>
      <vt:lpstr>PowerPoint Presentation</vt:lpstr>
      <vt:lpstr>                 LIST ALL THEATRE ARTIST</vt:lpstr>
      <vt:lpstr>      RETRIEVES ARTISTS WHOSE NAME STARTS WITH S</vt:lpstr>
      <vt:lpstr>              FIND ARTISTS WITH NO PLAYS</vt:lpstr>
      <vt:lpstr>           COUNT TOTAL THEATRE ARTISTS</vt:lpstr>
      <vt:lpstr>               ARTISTS WITH MULTIPLE PLAYS</vt:lpstr>
      <vt:lpstr>                LIST ARTISTS WITH THEIR PLAYS </vt:lpstr>
      <vt:lpstr>                ARTISTS WITH MAXIMUM plays</vt:lpstr>
      <vt:lpstr>           Plays by “Shakespeare group”</vt:lpstr>
      <vt:lpstr>                  Play count per artists </vt:lpstr>
      <vt:lpstr>               ARTISTS WITH ATLEAST ONE ACT</vt:lpstr>
      <vt:lpstr>              LIST ACTS WITH ARTISTS NAMES </vt:lpstr>
      <vt:lpstr>                   ARTISTS WITH MOST ACTS</vt:lpstr>
      <vt:lpstr>                  ARTISTS IN DRAMA GENRE</vt:lpstr>
      <vt:lpstr>ARTISTS WITH ACTS LONGER THAN 10 MINUTES</vt:lpstr>
      <vt:lpstr>                  TOTAL ACTS PER ARTIST</vt:lpstr>
      <vt:lpstr>                    ARTISTS IN PLAYLIST</vt:lpstr>
      <vt:lpstr>TOP 3 COUNTRIES WITH THE MOST THEATRE CUSTOMERS</vt:lpstr>
      <vt:lpstr>LIST EMPLOYEES ALONG WITH THE CUSTOMERS THEY SUPPORT</vt:lpstr>
      <vt:lpstr>MOST POPULAR THEATRE GENRE BASED ON TOTAL TICKET SALES </vt:lpstr>
      <vt:lpstr>         AVERAGE ACT LENGTH PER ARTIST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reshya v</dc:creator>
  <cp:lastModifiedBy>reshya v</cp:lastModifiedBy>
  <cp:revision>1</cp:revision>
  <dcterms:created xsi:type="dcterms:W3CDTF">2025-08-18T09:24:42Z</dcterms:created>
  <dcterms:modified xsi:type="dcterms:W3CDTF">2025-08-23T06:15:52Z</dcterms:modified>
</cp:coreProperties>
</file>